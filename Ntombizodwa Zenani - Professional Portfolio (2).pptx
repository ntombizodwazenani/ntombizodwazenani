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-548640"/>
            <a:ext cx="2926080" cy="292608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TO OPPORTUNITIES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82880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Ntombizodwa Zenani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88036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Service  •  Sales  •  Digital Marketing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3520440"/>
            <a:ext cx="2011680" cy="0"/>
          </a:xfrm>
          <a:prstGeom prst="line">
            <a:avLst/>
          </a:prstGeom>
          <a:noFill/>
          <a:ln w="31750">
            <a:solidFill>
              <a:srgbClr val="D9A44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374904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motivated, career-focused young professional based in Johannesburg, actively seeking employment, learnerships and internships to grow and build a meaningful career.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52120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54864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Johannesburg, South Africa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383280" y="52120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383280" y="54864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ntombizodwazenani7@gmail.com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126480" y="52120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126480" y="54864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060 338 0592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41B4D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754880"/>
            <a:ext cx="3657600" cy="36576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5943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ME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6012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Motivated, ambitious</a:t>
            </a:r>
            <a:endParaRPr lang="en-US" sz="2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always learning.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53949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SEEKING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6692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Roles, learnerships &amp; internships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709160" y="822960"/>
            <a:ext cx="6858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am an ambitious and willing learner who believes that consistent effort and a professional attitude open doors. I enjoy working with people, understanding what they need, and finding practical ways to help them.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709160" y="2286000"/>
            <a:ext cx="6858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focus right now is on building a strong professional foundation: sharpening my communication and customer service skills, growing my digital marketing knowledge, and taking on projects that create real value for my community.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709160" y="4114800"/>
            <a:ext cx="22402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873752" y="42793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4873752" y="4553712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Johannesburg, SA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132320" y="4114800"/>
            <a:ext cx="22402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296912" y="42793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7296912" y="4553712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Matric, 2022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9555480" y="4114800"/>
            <a:ext cx="22402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720072" y="42793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9720072" y="4553712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&amp; Digital Marketing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BRING TO A TEAM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blend of people skills and practical, everyday professional capability.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697480" cy="1965960"/>
          </a:xfrm>
          <a:prstGeom prst="roundRect">
            <a:avLst>
              <a:gd name="adj" fmla="val 3256"/>
            </a:avLst>
          </a:prstGeom>
          <a:solidFill>
            <a:srgbClr val="F4F6F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2130552"/>
            <a:ext cx="2368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560320"/>
            <a:ext cx="23682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Clear, professional and empathetic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13232" y="3547872"/>
            <a:ext cx="2368296" cy="82296"/>
          </a:xfrm>
          <a:prstGeom prst="roundRect">
            <a:avLst>
              <a:gd name="adj" fmla="val 50000"/>
            </a:avLst>
          </a:prstGeom>
          <a:solidFill>
            <a:srgbClr val="E1E6F5"/>
          </a:solidFill>
          <a:ln/>
        </p:spPr>
      </p:sp>
      <p:sp>
        <p:nvSpPr>
          <p:cNvPr id="9" name="Shape 7"/>
          <p:cNvSpPr/>
          <p:nvPr/>
        </p:nvSpPr>
        <p:spPr>
          <a:xfrm>
            <a:off x="713232" y="3547872"/>
            <a:ext cx="2131466" cy="82296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13232" y="3675888"/>
            <a:ext cx="2368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383280" y="1965960"/>
            <a:ext cx="2697480" cy="1965960"/>
          </a:xfrm>
          <a:prstGeom prst="roundRect">
            <a:avLst>
              <a:gd name="adj" fmla="val 3256"/>
            </a:avLst>
          </a:prstGeom>
          <a:solidFill>
            <a:srgbClr val="F4F6F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547872" y="2130552"/>
            <a:ext cx="2368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Service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3547872" y="2560320"/>
            <a:ext cx="23682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Queries, registration and follow-up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547872" y="3547872"/>
            <a:ext cx="2368296" cy="82296"/>
          </a:xfrm>
          <a:prstGeom prst="roundRect">
            <a:avLst>
              <a:gd name="adj" fmla="val 50000"/>
            </a:avLst>
          </a:prstGeom>
          <a:solidFill>
            <a:srgbClr val="E1E6F5"/>
          </a:solidFill>
          <a:ln/>
        </p:spPr>
      </p:sp>
      <p:sp>
        <p:nvSpPr>
          <p:cNvPr id="15" name="Shape 13"/>
          <p:cNvSpPr/>
          <p:nvPr/>
        </p:nvSpPr>
        <p:spPr>
          <a:xfrm>
            <a:off x="3547872" y="3547872"/>
            <a:ext cx="2131466" cy="82296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547872" y="3675888"/>
            <a:ext cx="2368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217920" y="1965960"/>
            <a:ext cx="2697480" cy="1965960"/>
          </a:xfrm>
          <a:prstGeom prst="roundRect">
            <a:avLst>
              <a:gd name="adj" fmla="val 3256"/>
            </a:avLst>
          </a:prstGeom>
          <a:solidFill>
            <a:srgbClr val="F4F6F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382512" y="2130552"/>
            <a:ext cx="2368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Teamwork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6382512" y="2560320"/>
            <a:ext cx="23682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 and dependable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382512" y="3547872"/>
            <a:ext cx="2368296" cy="82296"/>
          </a:xfrm>
          <a:prstGeom prst="roundRect">
            <a:avLst>
              <a:gd name="adj" fmla="val 50000"/>
            </a:avLst>
          </a:prstGeom>
          <a:solidFill>
            <a:srgbClr val="E1E6F5"/>
          </a:solidFill>
          <a:ln/>
        </p:spPr>
      </p:sp>
      <p:sp>
        <p:nvSpPr>
          <p:cNvPr id="21" name="Shape 19"/>
          <p:cNvSpPr/>
          <p:nvPr/>
        </p:nvSpPr>
        <p:spPr>
          <a:xfrm>
            <a:off x="6382512" y="3547872"/>
            <a:ext cx="2131466" cy="82296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382512" y="3675888"/>
            <a:ext cx="2368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9052560" y="1965960"/>
            <a:ext cx="2697480" cy="1965960"/>
          </a:xfrm>
          <a:prstGeom prst="roundRect">
            <a:avLst>
              <a:gd name="adj" fmla="val 3256"/>
            </a:avLst>
          </a:prstGeom>
          <a:solidFill>
            <a:srgbClr val="F4F6FC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217152" y="2130552"/>
            <a:ext cx="2368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9217152" y="2560320"/>
            <a:ext cx="23682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Target-driven customer engagement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9217152" y="3547872"/>
            <a:ext cx="2368296" cy="82296"/>
          </a:xfrm>
          <a:prstGeom prst="roundRect">
            <a:avLst>
              <a:gd name="adj" fmla="val 50000"/>
            </a:avLst>
          </a:prstGeom>
          <a:solidFill>
            <a:srgbClr val="E1E6F5"/>
          </a:solidFill>
          <a:ln/>
        </p:spPr>
      </p:sp>
      <p:sp>
        <p:nvSpPr>
          <p:cNvPr id="27" name="Shape 25"/>
          <p:cNvSpPr/>
          <p:nvPr/>
        </p:nvSpPr>
        <p:spPr>
          <a:xfrm>
            <a:off x="9217152" y="3547872"/>
            <a:ext cx="1539392" cy="82296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217152" y="3675888"/>
            <a:ext cx="2368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48640" y="4114800"/>
            <a:ext cx="2697480" cy="1965960"/>
          </a:xfrm>
          <a:prstGeom prst="roundRect">
            <a:avLst>
              <a:gd name="adj" fmla="val 3256"/>
            </a:avLst>
          </a:prstGeom>
          <a:solidFill>
            <a:srgbClr val="F4F6FC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13232" y="4279392"/>
            <a:ext cx="2368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Solving</a:t>
            </a:r>
            <a:endParaRPr lang="en-US" sz="1350" dirty="0"/>
          </a:p>
        </p:txBody>
      </p:sp>
      <p:sp>
        <p:nvSpPr>
          <p:cNvPr id="31" name="Text 29"/>
          <p:cNvSpPr txBox="1"/>
          <p:nvPr/>
        </p:nvSpPr>
        <p:spPr>
          <a:xfrm>
            <a:off x="713232" y="4709160"/>
            <a:ext cx="23682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Practical, calm under pressure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13232" y="5696712"/>
            <a:ext cx="2368296" cy="82296"/>
          </a:xfrm>
          <a:prstGeom prst="roundRect">
            <a:avLst>
              <a:gd name="adj" fmla="val 50000"/>
            </a:avLst>
          </a:prstGeom>
          <a:solidFill>
            <a:srgbClr val="E1E6F5"/>
          </a:solidFill>
          <a:ln/>
        </p:spPr>
      </p:sp>
      <p:sp>
        <p:nvSpPr>
          <p:cNvPr id="33" name="Shape 31"/>
          <p:cNvSpPr/>
          <p:nvPr/>
        </p:nvSpPr>
        <p:spPr>
          <a:xfrm>
            <a:off x="713232" y="5696712"/>
            <a:ext cx="1539392" cy="82296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713232" y="5824728"/>
            <a:ext cx="2368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383280" y="4114800"/>
            <a:ext cx="2697480" cy="1965960"/>
          </a:xfrm>
          <a:prstGeom prst="roundRect">
            <a:avLst>
              <a:gd name="adj" fmla="val 3256"/>
            </a:avLst>
          </a:prstGeom>
          <a:solidFill>
            <a:srgbClr val="F4F6FC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3547872" y="4279392"/>
            <a:ext cx="2368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Office</a:t>
            </a:r>
            <a:endParaRPr lang="en-US" sz="1350" dirty="0"/>
          </a:p>
        </p:txBody>
      </p:sp>
      <p:sp>
        <p:nvSpPr>
          <p:cNvPr id="37" name="Text 35"/>
          <p:cNvSpPr txBox="1"/>
          <p:nvPr/>
        </p:nvSpPr>
        <p:spPr>
          <a:xfrm>
            <a:off x="3547872" y="4709160"/>
            <a:ext cx="23682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Word, Excel and PowerPoint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547872" y="5696712"/>
            <a:ext cx="2368296" cy="82296"/>
          </a:xfrm>
          <a:prstGeom prst="roundRect">
            <a:avLst>
              <a:gd name="adj" fmla="val 50000"/>
            </a:avLst>
          </a:prstGeom>
          <a:solidFill>
            <a:srgbClr val="E1E6F5"/>
          </a:solidFill>
          <a:ln/>
        </p:spPr>
      </p:sp>
      <p:sp>
        <p:nvSpPr>
          <p:cNvPr id="39" name="Shape 37"/>
          <p:cNvSpPr/>
          <p:nvPr/>
        </p:nvSpPr>
        <p:spPr>
          <a:xfrm>
            <a:off x="3547872" y="5696712"/>
            <a:ext cx="1539392" cy="82296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3547872" y="5824728"/>
            <a:ext cx="2368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217920" y="4114800"/>
            <a:ext cx="2697480" cy="1965960"/>
          </a:xfrm>
          <a:prstGeom prst="roundRect">
            <a:avLst>
              <a:gd name="adj" fmla="val 3256"/>
            </a:avLst>
          </a:prstGeom>
          <a:solidFill>
            <a:srgbClr val="F4F6FC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6382512" y="4279392"/>
            <a:ext cx="2368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Marketing</a:t>
            </a:r>
            <a:endParaRPr lang="en-US" sz="1350" dirty="0"/>
          </a:p>
        </p:txBody>
      </p:sp>
      <p:sp>
        <p:nvSpPr>
          <p:cNvPr id="43" name="Text 41"/>
          <p:cNvSpPr txBox="1"/>
          <p:nvPr/>
        </p:nvSpPr>
        <p:spPr>
          <a:xfrm>
            <a:off x="6382512" y="4709160"/>
            <a:ext cx="23682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building this skill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382512" y="5696712"/>
            <a:ext cx="2368296" cy="82296"/>
          </a:xfrm>
          <a:prstGeom prst="roundRect">
            <a:avLst>
              <a:gd name="adj" fmla="val 50000"/>
            </a:avLst>
          </a:prstGeom>
          <a:solidFill>
            <a:srgbClr val="E1E6F5"/>
          </a:solidFill>
          <a:ln/>
        </p:spPr>
      </p:sp>
      <p:sp>
        <p:nvSpPr>
          <p:cNvPr id="45" name="Shape 43"/>
          <p:cNvSpPr/>
          <p:nvPr/>
        </p:nvSpPr>
        <p:spPr>
          <a:xfrm>
            <a:off x="6382512" y="5696712"/>
            <a:ext cx="947318" cy="82296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6382512" y="5824728"/>
            <a:ext cx="2368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DEVELOPING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9052560" y="4114800"/>
            <a:ext cx="2697480" cy="1965960"/>
          </a:xfrm>
          <a:prstGeom prst="roundRect">
            <a:avLst>
              <a:gd name="adj" fmla="val 3256"/>
            </a:avLst>
          </a:prstGeom>
          <a:solidFill>
            <a:srgbClr val="F4F6FC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9217152" y="4279392"/>
            <a:ext cx="2368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Development</a:t>
            </a:r>
            <a:endParaRPr lang="en-US" sz="1350" dirty="0"/>
          </a:p>
        </p:txBody>
      </p:sp>
      <p:sp>
        <p:nvSpPr>
          <p:cNvPr id="49" name="Text 47"/>
          <p:cNvSpPr txBox="1"/>
          <p:nvPr/>
        </p:nvSpPr>
        <p:spPr>
          <a:xfrm>
            <a:off x="9217152" y="4709160"/>
            <a:ext cx="23682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learning mindset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9217152" y="5696712"/>
            <a:ext cx="2368296" cy="82296"/>
          </a:xfrm>
          <a:prstGeom prst="roundRect">
            <a:avLst>
              <a:gd name="adj" fmla="val 50000"/>
            </a:avLst>
          </a:prstGeom>
          <a:solidFill>
            <a:srgbClr val="E1E6F5"/>
          </a:solidFill>
          <a:ln/>
        </p:spPr>
      </p:sp>
      <p:sp>
        <p:nvSpPr>
          <p:cNvPr id="51" name="Shape 49"/>
          <p:cNvSpPr/>
          <p:nvPr/>
        </p:nvSpPr>
        <p:spPr>
          <a:xfrm>
            <a:off x="9217152" y="5696712"/>
            <a:ext cx="1776222" cy="82296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9217152" y="5824728"/>
            <a:ext cx="2368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</a:t>
            </a:r>
            <a:endParaRPr lang="en-US" sz="900" dirty="0"/>
          </a:p>
        </p:txBody>
      </p:sp>
      <p:sp>
        <p:nvSpPr>
          <p:cNvPr id="53" name="Text 51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EXPERIENCE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Experience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where I have developed practical, people-facing skills.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1064240" cy="4206240"/>
          </a:xfrm>
          <a:prstGeom prst="roundRect">
            <a:avLst>
              <a:gd name="adj" fmla="val 1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E2761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37744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60120" y="23774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95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23774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1920240" y="23317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Agent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920240" y="277063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name — to be added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9509760" y="2423160"/>
            <a:ext cx="1645920" cy="411480"/>
          </a:xfrm>
          <a:prstGeom prst="roundRect">
            <a:avLst>
              <a:gd name="adj" fmla="val 48889"/>
            </a:avLst>
          </a:prstGeom>
          <a:solidFill>
            <a:srgbClr val="CADCF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509760" y="24231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Dates to be added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1920240" y="3200400"/>
            <a:ext cx="9235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Customer-facing sales role focused on clear communication, accurate registration and building professional relationships.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920240" y="4096512"/>
            <a:ext cx="109728" cy="10972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2176272" y="39776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communication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92240" y="4096512"/>
            <a:ext cx="109728" cy="10972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748272" y="39776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registration and account assistance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1920240" y="4599432"/>
            <a:ext cx="109728" cy="10972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2176272" y="44805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Explaining products and services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92240" y="4599432"/>
            <a:ext cx="109728" cy="10972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748272" y="44805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customer queries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1920240" y="5102352"/>
            <a:ext cx="109728" cy="10972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2176272" y="49834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toward targets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92240" y="5102352"/>
            <a:ext cx="109728" cy="10972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748272" y="49834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Maintaining professional customer relationships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FOUNDATION &amp; CERTIFICATIONS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Education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4572000"/>
          </a:xfrm>
          <a:prstGeom prst="roundRect">
            <a:avLst>
              <a:gd name="adj" fmla="val 1800"/>
            </a:avLst>
          </a:prstGeom>
          <a:solidFill>
            <a:srgbClr val="141B4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9659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SENIOR CERTIFICATE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31343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Naledi High School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7432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2022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29184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SUBJECTS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14400" y="3657600"/>
            <a:ext cx="2286000" cy="411480"/>
          </a:xfrm>
          <a:prstGeom prst="roundRect">
            <a:avLst>
              <a:gd name="adj" fmla="val 13333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36576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383280" y="3657600"/>
            <a:ext cx="2286000" cy="411480"/>
          </a:xfrm>
          <a:prstGeom prst="roundRect">
            <a:avLst>
              <a:gd name="adj" fmla="val 13333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383280" y="36576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Science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14400" y="4206240"/>
            <a:ext cx="2286000" cy="411480"/>
          </a:xfrm>
          <a:prstGeom prst="roundRect">
            <a:avLst>
              <a:gd name="adj" fmla="val 13333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4400" y="42062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Sciences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383280" y="4206240"/>
            <a:ext cx="2286000" cy="411480"/>
          </a:xfrm>
          <a:prstGeom prst="roundRect">
            <a:avLst>
              <a:gd name="adj" fmla="val 13333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383280" y="42062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14400" y="4754880"/>
            <a:ext cx="2286000" cy="411480"/>
          </a:xfrm>
          <a:prstGeom prst="roundRect">
            <a:avLst>
              <a:gd name="adj" fmla="val 13333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14400" y="47548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383280" y="4754880"/>
            <a:ext cx="2286000" cy="411480"/>
          </a:xfrm>
          <a:prstGeom prst="roundRect">
            <a:avLst>
              <a:gd name="adj" fmla="val 13333"/>
            </a:avLst>
          </a:prstGeom>
          <a:solidFill>
            <a:srgbClr val="1E276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3383280" y="47548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isiZulu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263640" y="1600200"/>
            <a:ext cx="5349240" cy="1280160"/>
          </a:xfrm>
          <a:prstGeom prst="roundRect">
            <a:avLst>
              <a:gd name="adj" fmla="val 5714"/>
            </a:avLst>
          </a:prstGeom>
          <a:solidFill>
            <a:srgbClr val="F4F6FC"/>
          </a:solidFill>
          <a:ln/>
        </p:spPr>
      </p:sp>
      <p:sp>
        <p:nvSpPr>
          <p:cNvPr id="22" name="Shape 20"/>
          <p:cNvSpPr/>
          <p:nvPr/>
        </p:nvSpPr>
        <p:spPr>
          <a:xfrm>
            <a:off x="6537960" y="1920240"/>
            <a:ext cx="640080" cy="64008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537960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820" dirty="0"/>
          </a:p>
        </p:txBody>
      </p:sp>
      <p:sp>
        <p:nvSpPr>
          <p:cNvPr id="24" name="Text 22"/>
          <p:cNvSpPr txBox="1"/>
          <p:nvPr/>
        </p:nvSpPr>
        <p:spPr>
          <a:xfrm>
            <a:off x="6537960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25" name="Text 23"/>
          <p:cNvSpPr txBox="1"/>
          <p:nvPr/>
        </p:nvSpPr>
        <p:spPr>
          <a:xfrm>
            <a:off x="7360920" y="1856232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Marketing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7360920" y="224028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263640" y="3108960"/>
            <a:ext cx="5349240" cy="1280160"/>
          </a:xfrm>
          <a:prstGeom prst="roundRect">
            <a:avLst>
              <a:gd name="adj" fmla="val 5714"/>
            </a:avLst>
          </a:prstGeom>
          <a:solidFill>
            <a:srgbClr val="F4F6FC"/>
          </a:solidFill>
          <a:ln/>
        </p:spPr>
      </p:sp>
      <p:sp>
        <p:nvSpPr>
          <p:cNvPr id="28" name="Shape 26"/>
          <p:cNvSpPr/>
          <p:nvPr/>
        </p:nvSpPr>
        <p:spPr>
          <a:xfrm>
            <a:off x="6537960" y="3429000"/>
            <a:ext cx="640080" cy="64008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537960" y="3429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820" dirty="0"/>
          </a:p>
        </p:txBody>
      </p:sp>
      <p:sp>
        <p:nvSpPr>
          <p:cNvPr id="30" name="Text 28"/>
          <p:cNvSpPr txBox="1"/>
          <p:nvPr/>
        </p:nvSpPr>
        <p:spPr>
          <a:xfrm>
            <a:off x="6537960" y="3429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31" name="Text 29"/>
          <p:cNvSpPr txBox="1"/>
          <p:nvPr/>
        </p:nvSpPr>
        <p:spPr>
          <a:xfrm>
            <a:off x="7360920" y="3364992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RE5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7360920" y="374904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263640" y="4617720"/>
            <a:ext cx="5349240" cy="1280160"/>
          </a:xfrm>
          <a:prstGeom prst="roundRect">
            <a:avLst>
              <a:gd name="adj" fmla="val 5714"/>
            </a:avLst>
          </a:prstGeom>
          <a:solidFill>
            <a:srgbClr val="F4F6FC"/>
          </a:solidFill>
          <a:ln/>
        </p:spPr>
      </p:sp>
      <p:sp>
        <p:nvSpPr>
          <p:cNvPr id="34" name="Shape 32"/>
          <p:cNvSpPr/>
          <p:nvPr/>
        </p:nvSpPr>
        <p:spPr>
          <a:xfrm>
            <a:off x="6537960" y="4937760"/>
            <a:ext cx="640080" cy="640080"/>
          </a:xfrm>
          <a:prstGeom prst="ellipse">
            <a:avLst/>
          </a:prstGeom>
          <a:solidFill>
            <a:srgbClr val="9AA5C4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537960" y="4937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820" dirty="0"/>
          </a:p>
        </p:txBody>
      </p:sp>
      <p:sp>
        <p:nvSpPr>
          <p:cNvPr id="36" name="Text 34"/>
          <p:cNvSpPr txBox="1"/>
          <p:nvPr/>
        </p:nvSpPr>
        <p:spPr>
          <a:xfrm>
            <a:off x="6537960" y="4937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37" name="Text 35"/>
          <p:cNvSpPr txBox="1"/>
          <p:nvPr/>
        </p:nvSpPr>
        <p:spPr>
          <a:xfrm>
            <a:off x="7360920" y="4873752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Additional Professional Training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7360920" y="525780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CERTIFICATE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029200" cy="5029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MILESTONES &amp; COMMITMENTS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772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Achievements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349240" cy="4023360"/>
          </a:xfrm>
          <a:prstGeom prst="roundRect">
            <a:avLst>
              <a:gd name="adj" fmla="val 2045"/>
            </a:avLst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960120" y="2377440"/>
            <a:ext cx="822960" cy="82296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60120" y="23774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234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23774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474720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Netball Participation &amp; Tournaments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4343400"/>
            <a:ext cx="4526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netball player with tournament participation — discipline, teamwork and commitment carried into my professional life.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72200" y="1965960"/>
            <a:ext cx="5349240" cy="4023360"/>
          </a:xfrm>
          <a:prstGeom prst="roundRect">
            <a:avLst>
              <a:gd name="adj" fmla="val 2045"/>
            </a:avLst>
          </a:prstGeom>
          <a:solidFill>
            <a:srgbClr val="1E2761"/>
          </a:solidFill>
          <a:ln/>
        </p:spPr>
      </p:sp>
      <p:sp>
        <p:nvSpPr>
          <p:cNvPr id="12" name="Shape 10"/>
          <p:cNvSpPr/>
          <p:nvPr/>
        </p:nvSpPr>
        <p:spPr>
          <a:xfrm>
            <a:off x="6583680" y="2377440"/>
            <a:ext cx="822960" cy="82296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83680" y="23774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2340" dirty="0"/>
          </a:p>
        </p:txBody>
      </p:sp>
      <p:sp>
        <p:nvSpPr>
          <p:cNvPr id="14" name="Text 12"/>
          <p:cNvSpPr txBox="1"/>
          <p:nvPr/>
        </p:nvSpPr>
        <p:spPr>
          <a:xfrm>
            <a:off x="6583680" y="23774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6583680" y="3474720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Continuous Professional Development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6583680" y="4343400"/>
            <a:ext cx="4526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self-driven learning in digital marketing, customer service and professional skills.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828800"/>
          </a:xfrm>
          <a:prstGeom prst="rect">
            <a:avLst/>
          </a:prstGeom>
          <a:solidFill>
            <a:srgbClr val="141B4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CONNECT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Interested in working with me, collaborating with me, or discussing an opportunity? I'd love to hear from you.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352044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651760"/>
            <a:ext cx="548640" cy="54864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554480" y="267004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29184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ntombizodwazenani7@gmail.com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43400" y="2377440"/>
            <a:ext cx="352044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2651760"/>
            <a:ext cx="548640" cy="54864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349240" y="267004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329184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060 338 0592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38160" y="2377440"/>
            <a:ext cx="352044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412480" y="2651760"/>
            <a:ext cx="548640" cy="54864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144000" y="267004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8412480" y="329184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Johannesburg, South Africa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343400"/>
            <a:ext cx="11064240" cy="1463040"/>
          </a:xfrm>
          <a:prstGeom prst="roundRect">
            <a:avLst>
              <a:gd name="adj" fmla="val 5625"/>
            </a:avLst>
          </a:prstGeom>
          <a:solidFill>
            <a:srgbClr val="141B4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14400" y="45720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CURRICULUM VITAE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914400" y="489204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overview of my education, experience and skills — available as a PDF download.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778240" y="4800600"/>
            <a:ext cx="2468880" cy="777240"/>
          </a:xfrm>
          <a:prstGeom prst="roundRect">
            <a:avLst>
              <a:gd name="adj" fmla="val 49412"/>
            </a:avLst>
          </a:prstGeom>
          <a:solidFill>
            <a:srgbClr val="D9A44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778240" y="480060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CV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2636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Ntombizodwa Zenani  •  Professional Portfolio  •  Johannesburg, South Africa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2026-08-26T10:02:56Z</dcterms:created>
  <dcterms:modified xsi:type="dcterms:W3CDTF">2026-08-26T10:02:56Z</dcterms:modified>
</cp:coreProperties>
</file>